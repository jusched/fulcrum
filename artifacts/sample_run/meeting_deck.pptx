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BrightLane Retail AI Automation Discovery Call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2026-04-13</a:t>
            </a:r>
          </a:p>
          <a:p>
            <a:r>
              <a:t>Review required: True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BrightLane should start with an internal meeting intelligence workflow that turns leadership calls into a reviewed summary package before expanding into customer-facing automation.</a:t>
            </a:r>
          </a:p>
          <a:p>
            <a:pPr/>
            <a:r>
              <a:t>Participants: Sarah Kim (CEO, BrightLane Retail), Marcus Lee (Director of Operations, BrightLane Retail), Tina Patel (Ecommerce &amp; Customer Experience Manager, BrightLane Retail), Alex Rivera (AI Automation Specialist / Consultant)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Automate recurring internal reporting first: The highest-confidence phase-one value is reducing manual weekly reporting work before holiday planning.</a:t>
            </a:r>
          </a:p>
          <a:p>
            <a:pPr/>
            <a:r>
              <a:t>Keep human review for all distributed outputs: Leadership wants time savings, but not black-box or uncontrolled messaging.</a:t>
            </a:r>
          </a:p>
          <a:p>
            <a:pPr/>
            <a:r>
              <a:t>Use auditable AI plus deterministic rules: The workflow should synthesize what matters while preserving traceability to source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Pilot the workflow on one recurring leadership meeting type | Owner: Marcus Lee | Due: Before holiday planning</a:t>
            </a:r>
          </a:p>
          <a:p>
            <a:pPr/>
            <a:r>
              <a:t>Add an approval step before Slack or Slide distribution | Owner: Sarah Kim | Due: Phase one launch</a:t>
            </a:r>
          </a:p>
          <a:p>
            <a:pPr/>
            <a:r>
              <a:t>Prepare a rough monthly cost view for 20 meetings | Owner: AI Automation Specialist | Due: POC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and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Next steps:</a:t>
            </a:r>
          </a:p>
          <a:p>
            <a:pPr/>
            <a:r>
              <a:t>Run the workflow against three historical meeting transcripts.</a:t>
            </a:r>
          </a:p>
          <a:p>
            <a:pPr/>
            <a:r>
              <a:t>Review objective/action quality with operations leadership.</a:t>
            </a:r>
          </a:p>
          <a:p>
            <a:pPr/>
            <a:r>
              <a:t>Decide whether to enable Google Slides publishing after review.</a:t>
            </a:r>
          </a:p>
          <a:p>
            <a:pPr/>
            <a:r>
              <a:t>Risks:</a:t>
            </a:r>
          </a:p>
          <a:p>
            <a:pPr/>
            <a:r>
              <a:t>Transcript quality can weaken action-item extraction and evidence mapping.</a:t>
            </a:r>
          </a:p>
          <a:p>
            <a:pPr/>
            <a:r>
              <a:t>Inconsistent input discipline will reduce trust in the output package.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